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Bay 07</c:v>
                </c:pt>
                <c:pt idx="1">
                  <c:v>Bay 12</c:v>
                </c:pt>
                <c:pt idx="2">
                  <c:v>Reserve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presenter note: verify ORCHID-42, confirm the asset label, then record the bay.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143000"/>
            <a:ext cx="6858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ORCHID-42 | IT EQUIPMENT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423160"/>
            <a:ext cx="5760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ASSET SP-204</a:t>
            </a:r>
          </a:p>
          <a:p>
            <a:r>
              <a:t>RETURN BAY 07</a:t>
            </a:r>
          </a:p>
          <a:p>
            <a:r>
              <a:t>STATUS RECEIVED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3749039"/>
            <a:ext cx="6858000" cy="73152"/>
          </a:xfrm>
          <a:prstGeom prst="rect">
            <a:avLst/>
          </a:prstGeom>
          <a:solidFill>
            <a:srgbClr val="165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680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Handoff counts by receiving bay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Equipment Handoff ORCHID-42</dc:title>
  <dc:subject>Synthetic handoff briefing</dc:subject>
  <dc:creator>Cyrene synthetic fixture builder</dc:creator>
  <cp:keywords/>
  <dc:description>generated using python-pptx</dc:description>
  <cp:lastModifiedBy>Cyrene synthetic fixture builder</cp:lastModifiedBy>
  <cp:revision>1</cp:revision>
  <dcterms:created xsi:type="dcterms:W3CDTF">2026-10-07T00:00:00Z</dcterms:created>
  <dcterms:modified xsi:type="dcterms:W3CDTF">2026-10-07T00:00:00Z</dcterms:modified>
  <cp:category/>
</cp:coreProperties>
</file>